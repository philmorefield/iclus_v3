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8" r:id="rId4"/>
    <p:sldId id="260" r:id="rId5"/>
    <p:sldId id="301" r:id="rId6"/>
    <p:sldId id="259" r:id="rId7"/>
    <p:sldId id="261" r:id="rId8"/>
    <p:sldId id="262" r:id="rId9"/>
    <p:sldId id="30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C30DD8-650E-4C7A-8F81-F41D0D0B0295}" v="1" dt="2025-06-23T13:46:33.9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02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 Morefield" userId="5a43f8f3820cb67c" providerId="LiveId" clId="{A211329B-D4DF-4498-A345-2BE422EFD188}"/>
    <pc:docChg chg="addSld modSld sldOrd">
      <pc:chgData name="Phil Morefield" userId="5a43f8f3820cb67c" providerId="LiveId" clId="{A211329B-D4DF-4498-A345-2BE422EFD188}" dt="2025-06-18T13:56:12.631" v="44"/>
      <pc:docMkLst>
        <pc:docMk/>
      </pc:docMkLst>
      <pc:sldChg chg="addSp modSp new mod ord">
        <pc:chgData name="Phil Morefield" userId="5a43f8f3820cb67c" providerId="LiveId" clId="{A211329B-D4DF-4498-A345-2BE422EFD188}" dt="2025-06-18T13:56:00.387" v="38"/>
        <pc:sldMkLst>
          <pc:docMk/>
          <pc:sldMk cId="3332053721" sldId="258"/>
        </pc:sldMkLst>
        <pc:picChg chg="add mod">
          <ac:chgData name="Phil Morefield" userId="5a43f8f3820cb67c" providerId="LiveId" clId="{A211329B-D4DF-4498-A345-2BE422EFD188}" dt="2025-06-18T13:45:57.114" v="5" actId="1076"/>
          <ac:picMkLst>
            <pc:docMk/>
            <pc:sldMk cId="3332053721" sldId="258"/>
            <ac:picMk id="2" creationId="{D903930D-4358-82EB-FD5C-2C54FF1ABBD5}"/>
          </ac:picMkLst>
        </pc:picChg>
      </pc:sldChg>
      <pc:sldChg chg="addSp modSp new mod ord">
        <pc:chgData name="Phil Morefield" userId="5a43f8f3820cb67c" providerId="LiveId" clId="{A211329B-D4DF-4498-A345-2BE422EFD188}" dt="2025-06-18T13:56:12.631" v="44"/>
        <pc:sldMkLst>
          <pc:docMk/>
          <pc:sldMk cId="3820567657" sldId="259"/>
        </pc:sldMkLst>
        <pc:picChg chg="add mod">
          <ac:chgData name="Phil Morefield" userId="5a43f8f3820cb67c" providerId="LiveId" clId="{A211329B-D4DF-4498-A345-2BE422EFD188}" dt="2025-06-18T13:46:40.220" v="9" actId="1076"/>
          <ac:picMkLst>
            <pc:docMk/>
            <pc:sldMk cId="3820567657" sldId="259"/>
            <ac:picMk id="2" creationId="{B9393AD1-2BA1-8D80-5264-6AE00161E941}"/>
          </ac:picMkLst>
        </pc:picChg>
      </pc:sldChg>
      <pc:sldChg chg="addSp modSp new mod ord">
        <pc:chgData name="Phil Morefield" userId="5a43f8f3820cb67c" providerId="LiveId" clId="{A211329B-D4DF-4498-A345-2BE422EFD188}" dt="2025-06-18T13:56:05.785" v="40"/>
        <pc:sldMkLst>
          <pc:docMk/>
          <pc:sldMk cId="2684573780" sldId="260"/>
        </pc:sldMkLst>
        <pc:picChg chg="add mod">
          <ac:chgData name="Phil Morefield" userId="5a43f8f3820cb67c" providerId="LiveId" clId="{A211329B-D4DF-4498-A345-2BE422EFD188}" dt="2025-06-18T13:47:30.973" v="14" actId="1076"/>
          <ac:picMkLst>
            <pc:docMk/>
            <pc:sldMk cId="2684573780" sldId="260"/>
            <ac:picMk id="2" creationId="{7677BE1E-0E56-7757-81A8-E8A6917E4164}"/>
          </ac:picMkLst>
        </pc:picChg>
      </pc:sldChg>
      <pc:sldChg chg="addSp modSp new mod">
        <pc:chgData name="Phil Morefield" userId="5a43f8f3820cb67c" providerId="LiveId" clId="{A211329B-D4DF-4498-A345-2BE422EFD188}" dt="2025-06-18T13:48:39.155" v="22" actId="1076"/>
        <pc:sldMkLst>
          <pc:docMk/>
          <pc:sldMk cId="2366800440" sldId="261"/>
        </pc:sldMkLst>
        <pc:picChg chg="add mod">
          <ac:chgData name="Phil Morefield" userId="5a43f8f3820cb67c" providerId="LiveId" clId="{A211329B-D4DF-4498-A345-2BE422EFD188}" dt="2025-06-18T13:48:39.155" v="22" actId="1076"/>
          <ac:picMkLst>
            <pc:docMk/>
            <pc:sldMk cId="2366800440" sldId="261"/>
            <ac:picMk id="2" creationId="{BB0EB28D-A39B-D6F9-D004-912893AB6637}"/>
          </ac:picMkLst>
        </pc:picChg>
      </pc:sldChg>
      <pc:sldChg chg="addSp modSp new mod">
        <pc:chgData name="Phil Morefield" userId="5a43f8f3820cb67c" providerId="LiveId" clId="{A211329B-D4DF-4498-A345-2BE422EFD188}" dt="2025-06-18T13:49:20.681" v="27" actId="1076"/>
        <pc:sldMkLst>
          <pc:docMk/>
          <pc:sldMk cId="3041861787" sldId="262"/>
        </pc:sldMkLst>
        <pc:picChg chg="add mod">
          <ac:chgData name="Phil Morefield" userId="5a43f8f3820cb67c" providerId="LiveId" clId="{A211329B-D4DF-4498-A345-2BE422EFD188}" dt="2025-06-18T13:49:20.681" v="27" actId="1076"/>
          <ac:picMkLst>
            <pc:docMk/>
            <pc:sldMk cId="3041861787" sldId="262"/>
            <ac:picMk id="2" creationId="{3F4DD7A7-FCE1-6AAF-DDBC-C84F569E0DA9}"/>
          </ac:picMkLst>
        </pc:picChg>
      </pc:sldChg>
      <pc:sldChg chg="addSp modSp new mod ord">
        <pc:chgData name="Phil Morefield" userId="5a43f8f3820cb67c" providerId="LiveId" clId="{A211329B-D4DF-4498-A345-2BE422EFD188}" dt="2025-06-18T13:55:56.147" v="36"/>
        <pc:sldMkLst>
          <pc:docMk/>
          <pc:sldMk cId="3985807275" sldId="263"/>
        </pc:sldMkLst>
        <pc:picChg chg="add mod">
          <ac:chgData name="Phil Morefield" userId="5a43f8f3820cb67c" providerId="LiveId" clId="{A211329B-D4DF-4498-A345-2BE422EFD188}" dt="2025-06-18T13:55:41.635" v="34" actId="14100"/>
          <ac:picMkLst>
            <pc:docMk/>
            <pc:sldMk cId="3985807275" sldId="263"/>
            <ac:picMk id="3" creationId="{01F28631-8A48-2821-3E98-BCD483C8CBC1}"/>
          </ac:picMkLst>
        </pc:picChg>
      </pc:sldChg>
      <pc:sldChg chg="add ord">
        <pc:chgData name="Phil Morefield" userId="5a43f8f3820cb67c" providerId="LiveId" clId="{A211329B-D4DF-4498-A345-2BE422EFD188}" dt="2025-06-18T13:56:10.690" v="42"/>
        <pc:sldMkLst>
          <pc:docMk/>
          <pc:sldMk cId="3912463275" sldId="301"/>
        </pc:sldMkLst>
      </pc:sldChg>
    </pc:docChg>
  </pc:docChgLst>
  <pc:docChgLst>
    <pc:chgData name="Phil Morefield" userId="5a43f8f3820cb67c" providerId="LiveId" clId="{99C30DD8-650E-4C7A-8F81-F41D0D0B0295}"/>
    <pc:docChg chg="addSld modSld">
      <pc:chgData name="Phil Morefield" userId="5a43f8f3820cb67c" providerId="LiveId" clId="{99C30DD8-650E-4C7A-8F81-F41D0D0B0295}" dt="2025-06-23T13:46:33.911" v="0"/>
      <pc:docMkLst>
        <pc:docMk/>
      </pc:docMkLst>
      <pc:sldChg chg="add">
        <pc:chgData name="Phil Morefield" userId="5a43f8f3820cb67c" providerId="LiveId" clId="{99C30DD8-650E-4C7A-8F81-F41D0D0B0295}" dt="2025-06-23T13:46:33.911" v="0"/>
        <pc:sldMkLst>
          <pc:docMk/>
          <pc:sldMk cId="150948144" sldId="30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0B772-2E53-49D8-7558-FCD066404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FB6CD-1BFA-A5A8-48F2-822CD1CB1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017C6-7AE3-4D85-705F-E779252E2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EE66-2C93-4DE6-A402-2B180D3A57AA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976F8-E0A7-D76C-3B92-C0699D2C8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1800E-D887-4C84-97E4-B32CAEBA7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A4ACD-18C4-4746-99B7-673D76DBA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56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967DF-8796-AD7B-2D41-8F653790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169FE-7E56-B211-C9E2-2C670B212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85809-CBE2-3BA7-6BF1-383D6CAD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EE66-2C93-4DE6-A402-2B180D3A57AA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F4850-967B-461B-D000-C7F9DFB8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072D0-0618-C336-309E-61BAFF07D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A4ACD-18C4-4746-99B7-673D76DBA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21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D225A-23E1-63F6-3ECD-C186D3F2F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200B6-4E49-910C-6F5C-EC4CCEABF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0F9BF-8DD3-47DA-F55A-59FB69700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EE66-2C93-4DE6-A402-2B180D3A57AA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84FB7-ACBE-DA96-C157-55676B19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9C9EB-BF94-8FFE-D02B-F4E9A8DA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A4ACD-18C4-4746-99B7-673D76DBA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36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3BCD4-CFAC-9BE1-748A-D86DD243D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527AB-6E4C-A1D4-7567-FF807E7544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04722B-A8EC-13E6-4050-8731472D1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7B0D9-823A-4C49-72AF-C49DE3FA8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EE66-2C93-4DE6-A402-2B180D3A57AA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6349D-144E-3299-F705-42877BEC2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F54E8-0D8D-4CFB-F5C2-DD07B3AD2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A4ACD-18C4-4746-99B7-673D76DBA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45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BDE7D-D4E7-3A3F-0A0C-DFCBEFD88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C7A75-92D3-2FB0-1FD7-9990B954E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6D5856-3D7F-AADE-699C-54519521D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DD5679-DD9B-E748-A862-E98864837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3C07C5-3EBA-328E-02B3-2EC32ABEC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AFA8F1-3252-4A44-ED01-DA11783D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EE66-2C93-4DE6-A402-2B180D3A57AA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97950F-1402-B2CC-DC78-7768E73E7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D8480-667A-6E5B-83B2-571067C87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A4ACD-18C4-4746-99B7-673D76DBA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90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170B3-9A5B-411E-DE47-CB264F9AA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41F076-C34B-8847-9675-E73887F8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EE66-2C93-4DE6-A402-2B180D3A57AA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EB924-671C-DDFB-E72A-39A09E71F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CCA9B-5A95-4C16-D308-DE5D1E707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A4ACD-18C4-4746-99B7-673D76DBA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47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177E68-13CE-CFF0-8865-93AD76C3F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EE66-2C93-4DE6-A402-2B180D3A57AA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DFD0D9-518E-73AC-984D-49A875DE3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FFE1D-EFC7-0307-70EA-39A9EBE67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A4ACD-18C4-4746-99B7-673D76DBA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804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0C39-8F64-21D3-1579-668C1A396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0FC4A-E3E4-69AC-97D3-AC0730C49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0D5F9-134A-69E7-1CB8-8AD5B1724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FF5B6-00A7-9492-D79A-7BF518A5A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EE66-2C93-4DE6-A402-2B180D3A57AA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EDAC9-7650-4581-BBCC-C6C061ED2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851F2-D501-50FA-BBDD-34732412C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A4ACD-18C4-4746-99B7-673D76DBA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727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CB7E8-1188-4C32-509D-21370E7D2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F97100-942F-BCF3-51D8-CCE4B9BCC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E8872-572F-2D6F-FED5-C3A3896F8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1C939-6C04-3804-62D4-EE9ED2EAE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EE66-2C93-4DE6-A402-2B180D3A57AA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56CBC-B87E-386D-191C-15E5CE0F7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F7DD6-EB30-5018-DD49-8F0FF8B4F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A4ACD-18C4-4746-99B7-673D76DBA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962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5933C-5876-2A9F-034C-B625053E3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7DAB3-962C-0E64-4022-FF0FEE0FE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F436C-5AB0-55A2-A874-B5E39315A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EE66-2C93-4DE6-A402-2B180D3A57AA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9C3EA-0D52-3B5C-2D06-4571C4AB8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9AB0B-965E-EA0A-E31C-F046C99E3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A4ACD-18C4-4746-99B7-673D76DBA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06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C2D2DB-83F9-4958-A428-BC0AD2EB98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099AA-6B3C-AFDF-7B20-EDCD67B5B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3F5CB-058C-0484-1F7F-EC84A2795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EE66-2C93-4DE6-A402-2B180D3A57AA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7B3DD-F4B4-4089-E369-472B0FBA5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3C40D-C485-6352-4771-DC1D9662B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A4ACD-18C4-4746-99B7-673D76DBA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36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F50B16-170E-E823-3AFC-1B1BC031C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26EC7-2CDF-8DF0-884F-19D7D7523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160C5-CDAA-7707-C845-37F069BCE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30EE66-2C93-4DE6-A402-2B180D3A57AA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38F33-13ED-64D5-89E4-9A7F6E0DA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3657E-52F1-3B97-CE45-C73FB5C5F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EA4ACD-18C4-4746-99B7-673D76DBA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31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orange graph&#10;&#10;AI-generated content may be incorrect.">
            <a:extLst>
              <a:ext uri="{FF2B5EF4-FFF2-40B4-BE49-F238E27FC236}">
                <a16:creationId xmlns:a16="http://schemas.microsoft.com/office/drawing/2014/main" id="{01F28631-8A48-2821-3E98-BCD483C8C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629" y="65314"/>
            <a:ext cx="8926285" cy="669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80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numbers and numbers&#10;&#10;AI-generated content may be incorrect.">
            <a:extLst>
              <a:ext uri="{FF2B5EF4-FFF2-40B4-BE49-F238E27FC236}">
                <a16:creationId xmlns:a16="http://schemas.microsoft.com/office/drawing/2014/main" id="{9A680DDF-1D2E-026E-EC8D-D2D9EC844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429" y="43091"/>
            <a:ext cx="6770913" cy="675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86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03930D-4358-82EB-FD5C-2C54FF1AB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086" y="500743"/>
            <a:ext cx="12104914" cy="605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53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, line chart&#10;&#10;Description automatically generated">
            <a:extLst>
              <a:ext uri="{FF2B5EF4-FFF2-40B4-BE49-F238E27FC236}">
                <a16:creationId xmlns:a16="http://schemas.microsoft.com/office/drawing/2014/main" id="{7677BE1E-0E56-7757-81A8-E8A6917E4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86" y="440871"/>
            <a:ext cx="11952514" cy="597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573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0FF6C9-FC33-CB49-808F-35AA6B040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2A0D6A-CAD4-254E-8EC8-D9585275E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D1776-7271-6447-9AF7-A22584A9D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 descr="Map&#10;&#10;Description automatically generated">
            <a:extLst>
              <a:ext uri="{FF2B5EF4-FFF2-40B4-BE49-F238E27FC236}">
                <a16:creationId xmlns:a16="http://schemas.microsoft.com/office/drawing/2014/main" id="{342B6A48-4125-4729-8120-16E0FA830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166" y="1234435"/>
            <a:ext cx="5852172" cy="4389129"/>
          </a:xfrm>
          <a:prstGeom prst="rect">
            <a:avLst/>
          </a:prstGeom>
        </p:spPr>
      </p:pic>
      <p:pic>
        <p:nvPicPr>
          <p:cNvPr id="8" name="Picture 7" descr="Map, scatter chart&#10;&#10;Description automatically generated">
            <a:extLst>
              <a:ext uri="{FF2B5EF4-FFF2-40B4-BE49-F238E27FC236}">
                <a16:creationId xmlns:a16="http://schemas.microsoft.com/office/drawing/2014/main" id="{189BA7AD-999B-4B0D-ACAC-EAC0ACDAFD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4434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63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393AD1-2BA1-8D80-5264-6AE00161E9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893" y="0"/>
            <a:ext cx="8790214" cy="659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567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&#10;&#10;Description automatically generated">
            <a:extLst>
              <a:ext uri="{FF2B5EF4-FFF2-40B4-BE49-F238E27FC236}">
                <a16:creationId xmlns:a16="http://schemas.microsoft.com/office/drawing/2014/main" id="{BB0EB28D-A39B-D6F9-D004-912893AB663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27" b="20086"/>
          <a:stretch/>
        </p:blipFill>
        <p:spPr>
          <a:xfrm>
            <a:off x="0" y="359227"/>
            <a:ext cx="12153702" cy="642257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6800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display, electronics, screenshot&#10;&#10;Description automatically generated">
            <a:extLst>
              <a:ext uri="{FF2B5EF4-FFF2-40B4-BE49-F238E27FC236}">
                <a16:creationId xmlns:a16="http://schemas.microsoft.com/office/drawing/2014/main" id="{3F4DD7A7-FCE1-6AAF-DDBC-C84F569E0DA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5" b="20039"/>
          <a:stretch/>
        </p:blipFill>
        <p:spPr>
          <a:xfrm>
            <a:off x="265121" y="435429"/>
            <a:ext cx="11661757" cy="616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861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6FD8A-F4C3-421D-9DCA-9261D7CB7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Washington, D.C.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C15035-31C7-43AA-9A92-C09171DA7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821" y="2228207"/>
            <a:ext cx="1682357" cy="38340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7C4A06-C8FB-4974-8B56-27E339169A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73" y="2202140"/>
            <a:ext cx="3886200" cy="3886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131F1B9-2114-4515-AF80-87589E211F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9026" y="2202140"/>
            <a:ext cx="3886200" cy="38862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49BA805-98D9-44A5-A45F-D635D797CB5D}"/>
              </a:ext>
            </a:extLst>
          </p:cNvPr>
          <p:cNvSpPr txBox="1"/>
          <p:nvPr/>
        </p:nvSpPr>
        <p:spPr>
          <a:xfrm>
            <a:off x="947259" y="1685770"/>
            <a:ext cx="3405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SSP2 (medium population growth)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020896-D378-453B-997F-0232C6B8E9DF}"/>
              </a:ext>
            </a:extLst>
          </p:cNvPr>
          <p:cNvSpPr txBox="1"/>
          <p:nvPr/>
        </p:nvSpPr>
        <p:spPr>
          <a:xfrm>
            <a:off x="8025940" y="1698803"/>
            <a:ext cx="3100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SSP5 (high population growth)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BE3413-FCC0-454A-AC77-E505D171ECCC}"/>
              </a:ext>
            </a:extLst>
          </p:cNvPr>
          <p:cNvSpPr/>
          <p:nvPr/>
        </p:nvSpPr>
        <p:spPr>
          <a:xfrm>
            <a:off x="5159229" y="4253217"/>
            <a:ext cx="1233182" cy="14345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B4B2F-6103-51A9-54BB-BB1D0406C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EFC9B-303F-46B1-9495-8DD0C126109D}" type="datetime1">
              <a:rPr lang="en-US" smtClean="0"/>
              <a:t>6/23/2025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03AD16E-E7C4-92CE-C745-130F6F73C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4F2F58D-6CB0-1022-FD17-E9C162A3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8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35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Washington, D.C.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 Morefield</dc:creator>
  <cp:lastModifiedBy>Phil Morefield</cp:lastModifiedBy>
  <cp:revision>1</cp:revision>
  <dcterms:created xsi:type="dcterms:W3CDTF">2025-06-18T13:31:10Z</dcterms:created>
  <dcterms:modified xsi:type="dcterms:W3CDTF">2025-06-23T13:46:42Z</dcterms:modified>
</cp:coreProperties>
</file>